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C13DE3-C597-2242-3998-E5F172E644E6}" v="1" dt="2026-07-01T22:20:29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893EEE-1B10-4FBA-8372-0A955DBF1282}" type="datetimeFigureOut">
              <a:t>01/07/2026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175E4-66E5-4C0D-86F5-4DF20DA01BD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0479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14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2377440"/>
            <a:ext cx="3840480" cy="38404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377440" cy="2377440"/>
          </a:xfrm>
          <a:prstGeom prst="ellipse">
            <a:avLst/>
          </a:prstGeom>
          <a:solidFill>
            <a:srgbClr val="0D9488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1417320"/>
            <a:ext cx="1188720" cy="1188720"/>
          </a:xfrm>
          <a:prstGeom prst="ellipse">
            <a:avLst/>
          </a:prstGeom>
          <a:solidFill>
            <a:srgbClr val="FB923C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 MINAS  ·  CIÊNCIA DA COMPUTAÇÃO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95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 II  ·  01/2026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assets/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1603858"/>
            <a:ext cx="404165" cy="4041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148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HelloHub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548640" y="3127248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Crie, personalize e publique chatbots sem escrever uma linha de código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integrantes  </a:t>
            </a:r>
            <a:r>
              <a:rPr lang="en-US" sz="1250" dirty="0">
                <a:solidFill>
                  <a:srgbClr val="C7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Orientador: Diego Roberto Gonçalves de Pontes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2E1065"/>
          </a:solidFill>
          <a:ln/>
        </p:spPr>
      </p:sp>
      <p:pic>
        <p:nvPicPr>
          <p:cNvPr id="3" name="Image 0" descr="assets/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que queremos resolver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pequenos negócios precisam responder clientes com rapidez, organizar dúvidas frequentes e capturar contatos — mas não têm equipe técnica nem orçamento para soluções complexas.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chatbot hoje costuma exigir conhecimento de programação, ferramentas caras e semanas de implementação. Isso torna a automação de atendimento inacessível para quem mais precisa dela.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349240" y="1234440"/>
            <a:ext cx="3337560" cy="1078992"/>
          </a:xfrm>
          <a:prstGeom prst="roundRect">
            <a:avLst>
              <a:gd name="adj" fmla="val 7627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59552" y="1453896"/>
            <a:ext cx="457200" cy="457200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8" name="Image 1" descr="assets/coin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56362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2200" y="13624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alto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172200" y="165506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atuais são caras para o orçamento de um pequeno negócio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349240" y="2496312"/>
            <a:ext cx="3337560" cy="1078992"/>
          </a:xfrm>
          <a:prstGeom prst="roundRect">
            <a:avLst>
              <a:gd name="adj" fmla="val 7627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559552" y="271576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2" descr="assets/co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282549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2624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técnica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172200" y="291693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Exigem conhecimento de programação para configurar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349240" y="3758184"/>
            <a:ext cx="3337560" cy="1078992"/>
          </a:xfrm>
          <a:prstGeom prst="roundRect">
            <a:avLst>
              <a:gd name="adj" fmla="val 7627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559552" y="3977640"/>
            <a:ext cx="457200" cy="45720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18" name="Image 3" descr="asset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408736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72200" y="3886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perdido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172200" y="4178808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manual consome horas que poderiam ser automatizadas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7863840" y="48646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HelloHub  ·  2/11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asset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quem estamos construindo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HelloHub foi pensado para quem precisa automatizar o atendimento, mas não tem conhecimento técnico em programação.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27048" y="1874520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1" descr="assets/stor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943" y="1997415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468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empreendedores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337560" y="169164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07408" y="1874520"/>
            <a:ext cx="512064" cy="512064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12" name="Image 2" descr="assets/glob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303" y="1997415"/>
            <a:ext cx="266273" cy="2662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29000" y="2468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Donos de loja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217920" y="169164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287768" y="1874520"/>
            <a:ext cx="512064" cy="512064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16" name="Image 3" descr="assets/creato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0663" y="1997415"/>
            <a:ext cx="266273" cy="26627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9360" y="2468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Criadores de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57200" y="329184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1527048" y="3474720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4" descr="assets/freelanc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9943" y="3597615"/>
            <a:ext cx="266273" cy="26627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autônomos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3337560" y="329184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4407408" y="3474720"/>
            <a:ext cx="512064" cy="512064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24" name="Image 5" descr="assets/local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0303" y="3597615"/>
            <a:ext cx="266273" cy="26627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429000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Negócios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locais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217920" y="329184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7287768" y="3474720"/>
            <a:ext cx="512064" cy="512064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28" name="Image 6" descr="assets/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0663" y="3597615"/>
            <a:ext cx="266273" cy="266273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309360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equipe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7863840" y="48646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HelloHub  ·  3/11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Nossa solução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160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HelloHub é uma plataforma no-code para criação de chatbots. Em poucos minutos, o usuário monta, personaliza e publica seu próprio assistente de atendimento, usando um construtor visual de fluxo, templates prontos e integração com os principais canais digitais.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246120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asset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04" y="3325124"/>
            <a:ext cx="171176" cy="171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3227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programação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3703320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1" descr="asset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04" y="3782324"/>
            <a:ext cx="171176" cy="171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3685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de configurar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4160520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2" descr="asset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04" y="4239524"/>
            <a:ext cx="171176" cy="1711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6112" y="4142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publicar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892040" y="1051560"/>
            <a:ext cx="3794760" cy="36576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875020" y="141732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4C1D95"/>
          </a:solidFill>
          <a:ln/>
        </p:spPr>
      </p:sp>
      <p:sp>
        <p:nvSpPr>
          <p:cNvPr id="15" name="Text 10"/>
          <p:cNvSpPr/>
          <p:nvPr/>
        </p:nvSpPr>
        <p:spPr>
          <a:xfrm>
            <a:off x="587502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789420" y="2057400"/>
            <a:ext cx="0" cy="45720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875020" y="25146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18" name="Text 13"/>
          <p:cNvSpPr/>
          <p:nvPr/>
        </p:nvSpPr>
        <p:spPr>
          <a:xfrm>
            <a:off x="587502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789420" y="3154680"/>
            <a:ext cx="0" cy="45720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75020" y="361188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FB923C"/>
          </a:solidFill>
          <a:ln/>
        </p:spPr>
      </p:sp>
      <p:sp>
        <p:nvSpPr>
          <p:cNvPr id="21" name="Text 16"/>
          <p:cNvSpPr/>
          <p:nvPr/>
        </p:nvSpPr>
        <p:spPr>
          <a:xfrm>
            <a:off x="587502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892040" y="432511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 visual de fluxo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7863840" y="48646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HelloHub  ·  4/11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3" name="Image 0" descr="asset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 de valor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1792" y="157276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1" descr="asset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82496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417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Reduza o tempo de atendimento manual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754880" y="1417320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919472" y="157276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2" descr="assets/robo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68249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32120" y="1417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Automatize respostas frequentes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57200" y="2331720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21792" y="2487168"/>
            <a:ext cx="457200" cy="457200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15" name="Image 3" descr="assets/lead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59689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23317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leads durante as conversas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2331720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919472" y="2487168"/>
            <a:ext cx="457200" cy="457200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19" name="Image 4" descr="assets/glob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596896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532120" y="23317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Publique em canais digitais relevantes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457200" y="3246120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21792" y="3401568"/>
            <a:ext cx="457200" cy="45720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23" name="Image 5" descr="assets/palett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511296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34440" y="3246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conforme sua marca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4754880" y="3246120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4919472" y="3401568"/>
            <a:ext cx="457200" cy="45720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27" name="Image 6" descr="assets/flow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511296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532120" y="3246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fluxos de conversa sem programar</a:t>
            </a:r>
            <a:endParaRPr lang="en-US" sz="1250" dirty="0"/>
          </a:p>
        </p:txBody>
      </p:sp>
      <p:sp>
        <p:nvSpPr>
          <p:cNvPr id="29" name="Text 20"/>
          <p:cNvSpPr/>
          <p:nvPr/>
        </p:nvSpPr>
        <p:spPr>
          <a:xfrm>
            <a:off x="7863840" y="48646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HelloHub  ·  5/11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2E1065"/>
          </a:solidFill>
          <a:ln/>
        </p:spPr>
      </p:sp>
      <p:pic>
        <p:nvPicPr>
          <p:cNvPr id="3" name="Image 0" descr="asset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previstas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" y="1677924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1" descr="assets/flow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843" y="1783263"/>
            <a:ext cx="228234" cy="2282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52144" y="137160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 visual de fluxo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337560" y="137160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83864" y="1677924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2" descr="asset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203" y="1783263"/>
            <a:ext cx="228234" cy="2282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32504" y="137160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prontos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217920" y="137160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364224" y="1677924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3" descr="assets/palett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563" y="1783263"/>
            <a:ext cx="228234" cy="2282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12864" y="137160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visual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57200" y="260604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03504" y="2912364"/>
            <a:ext cx="438912" cy="438912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19" name="Image 4" descr="assets/glob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843" y="3017703"/>
            <a:ext cx="228234" cy="22823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52144" y="26060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site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3337560" y="260604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3483864" y="2912364"/>
            <a:ext cx="438912" cy="438912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23" name="Image 5" descr="assets/whatsap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9203" y="3017703"/>
            <a:ext cx="228234" cy="22823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032504" y="26060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WhatsApp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6217920" y="260604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364224" y="2912364"/>
            <a:ext cx="438912" cy="438912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27" name="Image 6" descr="assets/instagram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9563" y="3017703"/>
            <a:ext cx="228234" cy="22823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12864" y="26060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Instagram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457200" y="384048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603504" y="4146804"/>
            <a:ext cx="438912" cy="438912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31" name="Image 7" descr="assets/faq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843" y="4252143"/>
            <a:ext cx="228234" cy="22823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152144" y="384048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frequentes (FAQ)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3337560" y="384048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3483864" y="4146804"/>
            <a:ext cx="438912" cy="438912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35" name="Image 8" descr="assets/leads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89203" y="4252143"/>
            <a:ext cx="228234" cy="22823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4032504" y="384048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leads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6217920" y="384048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6364224" y="4146804"/>
            <a:ext cx="438912" cy="438912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39" name="Image 9" descr="assets/rocket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9563" y="4252143"/>
            <a:ext cx="228234" cy="22823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912864" y="384048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e gerenciamento dos bots</a:t>
            </a:r>
            <a:endParaRPr lang="en-US" sz="1150" dirty="0"/>
          </a:p>
        </p:txBody>
      </p:sp>
      <p:sp>
        <p:nvSpPr>
          <p:cNvPr id="41" name="Text 29"/>
          <p:cNvSpPr/>
          <p:nvPr/>
        </p:nvSpPr>
        <p:spPr>
          <a:xfrm>
            <a:off x="7863840" y="48646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HelloHub  ·  6/11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DO PRODUTO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Construtor Visual de Fluxo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80160" y="1417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E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núcleo do MVP: o usuário monta a lógica do chatbot conectando blocos de mensagens, perguntas e respostas — a base da proposta no-code do sistema.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08660" y="278892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8660" y="2788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63140" y="3177540"/>
            <a:ext cx="502920" cy="0"/>
          </a:xfrm>
          <a:prstGeom prst="line">
            <a:avLst/>
          </a:prstGeom>
          <a:noFill/>
          <a:ln w="25400">
            <a:solidFill>
              <a:srgbClr val="9C92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66060" y="278892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FB923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66060" y="2788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0540" y="3177540"/>
            <a:ext cx="502920" cy="0"/>
          </a:xfrm>
          <a:prstGeom prst="line">
            <a:avLst/>
          </a:prstGeom>
          <a:noFill/>
          <a:ln w="25400">
            <a:solidFill>
              <a:srgbClr val="9C9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3460" y="278892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14B8A6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3460" y="2788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77940" y="3177540"/>
            <a:ext cx="502920" cy="0"/>
          </a:xfrm>
          <a:prstGeom prst="line">
            <a:avLst/>
          </a:prstGeom>
          <a:noFill/>
          <a:ln w="25400">
            <a:solidFill>
              <a:srgbClr val="9C9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80860" y="278892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FB923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80860" y="2788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7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essa base, o usuário configura o fluxo de conversa e visualiza a estrutura principal do chatbot.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0" y="48646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HelloHub  ·  7/11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asset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 de desenvolvimento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2157984"/>
            <a:ext cx="749808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9496" y="1874520"/>
            <a:ext cx="566928" cy="566928"/>
          </a:xfrm>
          <a:prstGeom prst="ellipse">
            <a:avLst/>
          </a:prstGeom>
          <a:solidFill>
            <a:srgbClr val="4C1D9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9496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-2286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-228600" y="294436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inicial do projeto: proposta, escopo e funcionalidade central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038856" y="1874520"/>
            <a:ext cx="566928" cy="566928"/>
          </a:xfrm>
          <a:prstGeom prst="ellipse">
            <a:avLst/>
          </a:prstGeom>
          <a:solidFill>
            <a:srgbClr val="0D948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38856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27076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270760" y="294436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 do problema, público-alvo e proposta de valor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38216" y="1874520"/>
            <a:ext cx="566928" cy="566928"/>
          </a:xfrm>
          <a:prstGeom prst="ellipse">
            <a:avLst/>
          </a:prstGeom>
          <a:solidFill>
            <a:srgbClr val="FB92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38216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77012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70120" y="294436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classes, entidades e relacionamentos do sistema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037576" y="1874520"/>
            <a:ext cx="566928" cy="566928"/>
          </a:xfrm>
          <a:prstGeom prst="ellipse">
            <a:avLst/>
          </a:prstGeom>
          <a:solidFill>
            <a:srgbClr val="2E106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37576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26948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269480" y="294436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da arquitetura: camadas, responsabilidades e comunicação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863840" y="48646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HelloHub  ·  8/11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3" name="Image 0" descr="assets/bran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 do repositório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Documentação, atividades, código e apresentação organizados conforme o padrão da disciplina de Engenharia de Software II.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3977640" cy="1417320"/>
          </a:xfrm>
          <a:prstGeom prst="roundRect">
            <a:avLst>
              <a:gd name="adj" fmla="val 580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892808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1" descr="assets/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85" y="2006925"/>
            <a:ext cx="247254" cy="2472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83794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280160" y="2148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principal: contexto, especificação, arquitetura e testes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709160" y="1691640"/>
            <a:ext cx="3977640" cy="1417320"/>
          </a:xfrm>
          <a:prstGeom prst="roundRect">
            <a:avLst>
              <a:gd name="adj" fmla="val 580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910328" y="1892808"/>
            <a:ext cx="475488" cy="475488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13" name="Image 2" descr="asset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445" y="2006925"/>
            <a:ext cx="247254" cy="2472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32120" y="183794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Atividades/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532120" y="2148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incrementais das sprints (Warmup, Sprint 1, 2 e 3)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3337560"/>
            <a:ext cx="3977640" cy="1417320"/>
          </a:xfrm>
          <a:prstGeom prst="roundRect">
            <a:avLst>
              <a:gd name="adj" fmla="val 580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8368" y="3538728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3" descr="assets/cog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485" y="3652845"/>
            <a:ext cx="247254" cy="24725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348386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280160" y="37947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Código-fonte da aplicação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709160" y="3337560"/>
            <a:ext cx="3977640" cy="1417320"/>
          </a:xfrm>
          <a:prstGeom prst="roundRect">
            <a:avLst>
              <a:gd name="adj" fmla="val 580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910328" y="3538728"/>
            <a:ext cx="475488" cy="475488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23" name="Image 4" descr="assets/video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4445" y="3652845"/>
            <a:ext cx="247254" cy="24725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32120" y="348386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presentation/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532120" y="37947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de apresentação da solução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7863840" y="48646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HelloHub  ·  9/11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2E1065"/>
          </a:solidFill>
          <a:ln/>
        </p:spPr>
      </p:sp>
      <p:pic>
        <p:nvPicPr>
          <p:cNvPr id="3" name="Image 0" descr="asset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E10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365760" y="137160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61288" y="1517904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1" descr="asset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849" y="1614465"/>
            <a:ext cx="209215" cy="2092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1993392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César Henrique Policarpo de Melo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487168" y="137160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82696" y="1517904"/>
            <a:ext cx="402336" cy="402336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11" name="Image 2" descr="asset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257" y="1614465"/>
            <a:ext cx="209215" cy="20921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578608" y="1993392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Diogo Nascimento Ruis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608576" y="137160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404104" y="1517904"/>
            <a:ext cx="402336" cy="402336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15" name="Image 3" descr="asset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665" y="1614465"/>
            <a:ext cx="209215" cy="20921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00016" y="1993392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Henrique Gollin Filho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6729984" y="137160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525512" y="1517904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4" descr="asset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073" y="1614465"/>
            <a:ext cx="209215" cy="20921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21424" y="1993392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Militão Santos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365760" y="2752344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1161288" y="2898648"/>
            <a:ext cx="402336" cy="402336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23" name="Image 5" descr="asset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849" y="2995209"/>
            <a:ext cx="209215" cy="20921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57200" y="3374136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 Furchi Alvisi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2487168" y="2752344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3282696" y="2898648"/>
            <a:ext cx="402336" cy="402336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27" name="Image 6" descr="asset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257" y="2995209"/>
            <a:ext cx="209215" cy="20921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2578608" y="3374136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Henrique Franco Moreira Amaral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4608576" y="2752344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5404104" y="2898648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7" descr="asset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665" y="2995209"/>
            <a:ext cx="209215" cy="209215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700016" y="3374136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de Souza Felisberto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6729984" y="2752344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2E1065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7525512" y="2898648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5" name="Image 8" descr="assets/teach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2073" y="2995209"/>
            <a:ext cx="209215" cy="20921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821424" y="3328416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</a:t>
            </a:r>
            <a:endParaRPr lang="en-US" sz="850" dirty="0"/>
          </a:p>
        </p:txBody>
      </p:sp>
      <p:sp>
        <p:nvSpPr>
          <p:cNvPr id="37" name="Text 26"/>
          <p:cNvSpPr/>
          <p:nvPr/>
        </p:nvSpPr>
        <p:spPr>
          <a:xfrm>
            <a:off x="6821424" y="3529584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Roberto Gonçalves de Pontes</a:t>
            </a:r>
            <a:endParaRPr lang="en-US" sz="950" dirty="0"/>
          </a:p>
        </p:txBody>
      </p:sp>
      <p:sp>
        <p:nvSpPr>
          <p:cNvPr id="38" name="Text 27"/>
          <p:cNvSpPr/>
          <p:nvPr/>
        </p:nvSpPr>
        <p:spPr>
          <a:xfrm>
            <a:off x="7863840" y="48646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HelloHub  ·  10/11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na tela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HelloHub - Apresentação do Projeto</dc:title>
  <dc:subject>PptxGenJS Presentation</dc:subject>
  <dc:creator>Pedro Henrique Franco Moreira Amaral</dc:creator>
  <cp:lastModifiedBy>Pedro Henrique Franco Moreira Amaral</cp:lastModifiedBy>
  <cp:revision>3</cp:revision>
  <dcterms:created xsi:type="dcterms:W3CDTF">2026-07-01T21:46:08Z</dcterms:created>
  <dcterms:modified xsi:type="dcterms:W3CDTF">2026-07-01T22:21:10Z</dcterms:modified>
</cp:coreProperties>
</file>